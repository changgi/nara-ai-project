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NARA-AI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국가기록물 지능형 검색 / 분류 / 활용 체계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행정안전부 / 국가기록원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NVIDIA B200 16~32장  |  기간: 2027~2028 (2개년)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"국민을 위한, 국민에 의한, 국민에게 혜택이 돌아가는"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개요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34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290만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377440" y="1234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전자기록물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7744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비전자 페이지 (OCR)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0632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77440" y="30632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도구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4054"/>
            </a:avLst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7160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290만 전자기록물과 100만 페이지 비전자기록물에 AI를 적용하여: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자연어 검색으로 국민 접근성 혁신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기록물 전문가 업무 10배 효율화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비공개 기록물 체계적 공개 전환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100만 페이지 OCR 디지털화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6계층 시스템 아키텍처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E8EA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사용자 인터페이스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097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 검색 / 전문가 도구 / 관리 대시보드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C5CAE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LangGraph 오케스트레이터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에이전트 + HITL 4개 + 감사추적 10년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9FA8D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MCP 서버 5개 (47 도구)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+ iarna + nara + law + ramp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7986C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데이터 계층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2.6 벡터DB + Cloud Spanner 지식그래프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5C6BC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57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AI 추론 (vLLM)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EXAONE 3.5 SFT + Qwen3-VL OCR + BGE-M3 임베딩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297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GPU 인프라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DGX B200 x16-32 / NVLink 5.0 / 에어갭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및 성능 목표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검색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Recall@10 &gt;= 0.90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Dense+Sparse+Graph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 RAG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기록물 분류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 &gt;= 0.92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업무기능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매핑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디지털화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 &lt;= 3%/7%/10%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3모델 앙상블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7종 문서 지원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비밀해제 심사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 &gt;= 0.95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6종 탐지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필수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30175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 생성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4904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ROUGE-1 &gt;= 0.85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4904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제목/요약/키워드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자동 추출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01752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감사추적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10년 보존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8368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기본법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투명성 준수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GPU 리소스 요청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16~32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B200 GPU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GPU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1097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LoRA SFT (15~30분)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앙상블 + RAG 서빙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8745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GPU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풀 SFT (3~6시간)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멀티모델 병렬 추론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651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GPU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파운데이션 모델 CPT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OCR 파이프라인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795528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91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자산 통합으로 12~18개월 개발 기간 절감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프로젝트 (283K+ LOC, 482 API, 165 에이전트, 85 MCP 도구)를 MCP 프로토콜로 통합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법률 준수 (4대 프레임워크)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920240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192024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기본법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 시행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4개 게이트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감사추적 필수 필드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설명가능성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 방지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097280"/>
            <a:ext cx="1920240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554480"/>
            <a:ext cx="192024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ISMS-P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2027.7 의무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6종 탐지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4중 보안 스캔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+ AES-256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097280"/>
            <a:ext cx="1920240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1554480"/>
            <a:ext cx="192024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N2SF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에어갭 네트워크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망분리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주권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 인증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1097280"/>
            <a:ext cx="1920240" cy="34747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109728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1554480"/>
            <a:ext cx="192024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1188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공공기록물법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10312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비밀해제 HITL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폐기 2인 승인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30년 공개 원칙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10년 보존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국민 혜택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혁신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검색, 전문가만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12080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검색, 누구나 (P99 &lt;= 2초)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투명성 강화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비밀해제 심사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20574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추천 + 인간 최종결정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효율성 향상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분류/메타데이터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0175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자동화 (10배 효율화)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77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 보존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0" y="3977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스캔 이미지만 열람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9776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3977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100만 페이지 OCR 전문 검색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추진 타임라인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2286000"/>
            <a:ext cx="6858000" cy="73152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4" name="Shape 2"/>
          <p:cNvSpPr/>
          <p:nvPr/>
        </p:nvSpPr>
        <p:spPr>
          <a:xfrm>
            <a:off x="1874520" y="2103120"/>
            <a:ext cx="365760" cy="3657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MVP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분류+검색+OCR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동작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2103120"/>
            <a:ext cx="365760" cy="3657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통합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비밀해제+RAG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통합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32120" y="2103120"/>
            <a:ext cx="365760" cy="3657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H1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최적화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파이프라인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최적화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2103120"/>
            <a:ext cx="365760" cy="3657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H2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안정화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안정화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ISMS-P 인증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데모:  https://nara-ai-project.vercel.app   |   GitHub:  github.com/changgi/nara-ai-project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유니버설 배포 아키텍처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코드 (api/app.py) → 4개 환경에서 동일하게 동작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137160" cy="7772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(Windows/Linux/macOS)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uvicorn api.app:app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371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검색 (TF-IDF+BM25)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40280"/>
            <a:ext cx="137160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(클라우드)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deploy --prod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REST 검색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137160" cy="7772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 deploy (Mangum 어댑터)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자동 폴백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977640"/>
            <a:ext cx="137160" cy="77724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컨테이너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8080:8080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977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검색 + src/ 풀 기능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하드웨어 자동 적응 (12종 GPU + 4종 CPU)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146304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0" y="1097280"/>
            <a:ext cx="109728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0" y="1097280"/>
            <a:ext cx="109728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양자화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097280"/>
            <a:ext cx="1097280" cy="4114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182880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B200 x16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508760"/>
            <a:ext cx="146304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데이터센터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1508760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508760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1508760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1947672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x8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1947672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데이터센터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1947672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947672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1947672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2386584"/>
            <a:ext cx="182880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5090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386584"/>
            <a:ext cx="146304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워크스테이션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2386584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2386584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386584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2825496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4060 (8GB)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2825496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825496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825496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825496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264408"/>
            <a:ext cx="182880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3060 (12GB)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3264408"/>
            <a:ext cx="146304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3264408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3264408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264408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3703320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MI300X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0" y="3703320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3703320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0" y="3703320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3703320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4142232"/>
            <a:ext cx="182880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0" y="4142232"/>
            <a:ext cx="146304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x86/ARM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89120" y="4142232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0" y="4142232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4142232"/>
            <a:ext cx="1097280" cy="43891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--check  →  GPU 자동 감지 + 최적 설정 자동 결정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현황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파일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0972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6616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 passed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도구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3774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6616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지원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37744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6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4종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환경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8404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데모    </a:t>
            </a:r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https://nara-ai-project.vercel.app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  </a:t>
            </a:r>
            <a:pPr algn="ctr"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github.com/changgi/nara-ai-project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NARA-AI 과제기획서</dc:title>
  <dc:subject>PptxGenJS Presentation</dc:subject>
  <dc:creator>NARA-AI Project Team</dc:creator>
  <cp:lastModifiedBy>NARA-AI Project Team</cp:lastModifiedBy>
  <cp:revision>1</cp:revision>
  <dcterms:created xsi:type="dcterms:W3CDTF">2026-04-04T12:33:32Z</dcterms:created>
  <dcterms:modified xsi:type="dcterms:W3CDTF">2026-04-04T12:33:32Z</dcterms:modified>
</cp:coreProperties>
</file>